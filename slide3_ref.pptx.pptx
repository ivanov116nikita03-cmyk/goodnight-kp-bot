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80D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74"/>
    <p:restoredTop sz="94599"/>
  </p:normalViewPr>
  <p:slideViewPr>
    <p:cSldViewPr snapToGrid="0">
      <p:cViewPr varScale="1">
        <p:scale>
          <a:sx n="84" d="100"/>
          <a:sy n="84" d="100"/>
        </p:scale>
        <p:origin x="81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16624F-0CA2-A901-80F2-D52ACF686E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ED7F6A2-3349-6A7F-055F-C3E089F6D1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E93B5B6-7E30-516B-36C2-93444DDC7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70DAE-76CA-7941-B7F8-AD03B5A1CDC2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C01F51E-2CD0-1151-592E-51F064D8E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44F3CAC-5746-DB66-151C-0E45D5B35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922D8-CC4B-EA4C-9EF5-2277C6BF21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6031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98823E-5B6B-B5CC-79D4-4B1C23C70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24CCE1-E5CE-1352-BAA7-D5C72CC67C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E6E8777-0DA9-67E9-316F-3F05BF7A5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70DAE-76CA-7941-B7F8-AD03B5A1CDC2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45A227D-C52D-228D-D147-D2E74416C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0682495-0919-2BF8-9101-1039961EA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922D8-CC4B-EA4C-9EF5-2277C6BF21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0827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CC96CC-354C-94E6-DD6E-D9B69198B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EB7A94D-A5EA-4B86-54A7-8A250C5877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F864B1B-7B7B-7C49-87E2-188C32CB0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70DAE-76CA-7941-B7F8-AD03B5A1CDC2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F31C61F-1EDB-D30C-4BA0-CC0708C6F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13F3416-2C2A-1DC5-F6C9-1AAC0B21E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922D8-CC4B-EA4C-9EF5-2277C6BF21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7484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EF4EA5-AA6C-F67A-F953-3D3DCD1C9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FDACB6-BE84-404E-9DA2-456ED7AE4C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234F94C-40DA-2848-1D18-AE7E2D94A9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6545E32-D353-0614-A7C3-F2B9C1846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70DAE-76CA-7941-B7F8-AD03B5A1CDC2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509C09A-21EE-AF74-9C66-E57A95EEE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5023E85-A515-AC5A-476F-3D3ECC450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922D8-CC4B-EA4C-9EF5-2277C6BF21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0790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F24B3F-0447-31BC-BD13-0A0B64DD1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25DF150-B0D0-6A42-59C7-EFDD04BC3B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C28E141-D464-DA65-B848-F627F2835E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129CEAB-0754-3DEF-5040-4C240C772C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4F0C60B-AFDE-3891-0B0B-8E7108120B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C626B72-0662-0A87-5EAF-9A53B7CE5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70DAE-76CA-7941-B7F8-AD03B5A1CDC2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151F0FE-FD9F-C96A-6C38-3FE21171A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C507E1A-A2F6-9A1E-61E0-4CC923F37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922D8-CC4B-EA4C-9EF5-2277C6BF21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7479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46D5C0-5592-168C-E83F-54EF9ABC9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54A3C00-5F89-E527-3A8A-6E16E2D94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70DAE-76CA-7941-B7F8-AD03B5A1CDC2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021E9DA-2FEE-2B70-C3AE-336477788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4F63E89-621A-70FE-4268-D914C0513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922D8-CC4B-EA4C-9EF5-2277C6BF21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655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3AB5E72-6383-E0DF-C2D7-96D0B17A5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70DAE-76CA-7941-B7F8-AD03B5A1CDC2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78DBB06-0B3B-E3C4-A877-0A8C19E63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A7462E3-0368-2104-CAC9-04C09EBF3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922D8-CC4B-EA4C-9EF5-2277C6BF21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9812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615AF5-25A9-DE92-A05C-455A63D96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7AF2BDE-CF49-0375-F4A7-B10E8546B7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D515714-D071-31C1-9EDE-645C65B218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F1849AC-303C-9B6D-A9AA-22FA53641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70DAE-76CA-7941-B7F8-AD03B5A1CDC2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E219792-D808-916E-928A-554459131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15EFE24-6163-C587-10E2-49EA3C39F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922D8-CC4B-EA4C-9EF5-2277C6BF21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8804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B085D8-97EE-90A8-61FB-A89DC4870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873CA93-F9E9-53F4-D15B-91A3B18E2B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61134EF-E704-66DF-D7A0-B2C596D9CC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3CE1E2D-361F-4940-0D50-E6881158E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70DAE-76CA-7941-B7F8-AD03B5A1CDC2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853D6D2-EA66-4F20-8B6E-3F7ABDB9E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D10D2B4-28BD-58E9-CFA0-3A168C62C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922D8-CC4B-EA4C-9EF5-2277C6BF21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7887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36A4AF-116E-42B1-CDE5-ED3C2422F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63403AE-5D10-42DA-DA5A-23E0D8C0E6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F729BCF-DFC6-0695-23A8-34500E76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70DAE-76CA-7941-B7F8-AD03B5A1CDC2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23F2FCF-58EB-4EE2-DDAC-4CF1C39D9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0147785-0B81-4151-E2BC-B08171568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922D8-CC4B-EA4C-9EF5-2277C6BF21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3462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EAB64BC-A033-AB9F-A617-29F1809FB9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CCE1FA9-20BF-D229-4E40-E9312E1CFD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61F22E4-78C8-E65A-F470-F5BBC8246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70DAE-76CA-7941-B7F8-AD03B5A1CDC2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A56A7F5-880B-9BB1-8352-8EFF613A4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F81F860-AA76-B439-A612-0D53C2667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922D8-CC4B-EA4C-9EF5-2277C6BF21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6050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D0234E-0B19-0BCA-532C-7DE7D47C5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3EB889F-2B79-7FF3-4EE3-12FF43368B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02C9566-8EFB-C941-52DD-ECB7346B8F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E70DAE-76CA-7941-B7F8-AD03B5A1CDC2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E8CB9C5-C6C9-AC26-2802-94E0694029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3691377-520D-98BF-82EA-8AEA7A2C2D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D922D8-CC4B-EA4C-9EF5-2277C6BF21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3489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C8669-E621-DCE0-8554-4CF5D5025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Объект 15">
            <a:extLst>
              <a:ext uri="{FF2B5EF4-FFF2-40B4-BE49-F238E27FC236}">
                <a16:creationId xmlns:a16="http://schemas.microsoft.com/office/drawing/2014/main" id="{F76C1019-182A-D00D-0132-ACB058043A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51" name="TextBox_new_51"/>
          <p:cNvSpPr txBox="1"/>
          <p:nvPr/>
        </p:nvSpPr>
        <p:spPr>
          <a:xfrm>
            <a:off x="1052804" y="6166762"/>
            <a:ext cx="32859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u="sng" dirty="0">
                <a:solidFill>
                  <a:schemeClr val="bg1"/>
                </a:solidFill>
                <a:latin typeface="Georgia"/>
              </a:rPr>
              <a:t>Дата: 16.03  |  Время: 21:00</a:t>
            </a:r>
          </a:p>
        </p:txBody>
      </p:sp>
      <p:sp>
        <p:nvSpPr>
          <p:cNvPr id="52" name="sep_line"/>
          <p:cNvSpPr>
            <a:spLocks noGrp="1"/>
          </p:cNvSpPr>
          <p:nvPr/>
        </p:nvSpPr>
        <p:spPr>
          <a:xfrm>
            <a:off x="838200" y="1600200"/>
            <a:ext cx="11430000" cy="36000"/>
          </a:xfrm>
          <a:prstGeom prst="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4" name="TextBox_new_54"/>
          <p:cNvSpPr txBox="1"/>
          <p:nvPr/>
        </p:nvSpPr>
        <p:spPr>
          <a:xfrm>
            <a:off x="5279571" y="2074963"/>
            <a:ext cx="421899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solidFill>
                  <a:schemeClr val="bg1"/>
                </a:solidFill>
                <a:latin typeface="Georgia"/>
              </a:rPr>
              <a:t>1) Велком — 20 мин
2) Good Night — 1.5 часа</a:t>
            </a:r>
          </a:p>
        </p:txBody>
      </p:sp>
      <p:sp>
        <p:nvSpPr>
          <p:cNvPr id="55" name="TextBox_new_55"/>
          <p:cNvSpPr txBox="1"/>
          <p:nvPr/>
        </p:nvSpPr>
        <p:spPr>
          <a:xfrm>
            <a:off x="5279571" y="3783184"/>
            <a:ext cx="35005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solidFill>
                  <a:schemeClr val="bg1"/>
                </a:solidFill>
                <a:latin typeface="Georgia"/>
              </a:rPr>
              <a:t>2 200 руб/чел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1FF881-B8AC-41BD-9AAB-914B771E7F02}"/>
              </a:ext>
            </a:extLst>
          </p:cNvPr>
          <p:cNvSpPr txBox="1"/>
          <p:nvPr/>
        </p:nvSpPr>
        <p:spPr>
          <a:xfrm>
            <a:off x="7791300" y="6166762"/>
            <a:ext cx="37506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1600" b="1">
                <a:solidFill>
                  <a:schemeClr val="bg1"/>
                </a:solidFill>
                <a:latin typeface="Georgia"/>
              </a:defRPr>
            </a:lvl1pPr>
          </a:lstStyle>
          <a:p>
            <a:r>
              <a:rPr lang="ru-RU" dirty="0"/>
              <a:t>Денисовский переулок 30, стр. 1</a:t>
            </a:r>
          </a:p>
        </p:txBody>
      </p:sp>
    </p:spTree>
    <p:extLst>
      <p:ext uri="{BB962C8B-B14F-4D97-AF65-F5344CB8AC3E}">
        <p14:creationId xmlns:p14="http://schemas.microsoft.com/office/powerpoint/2010/main" val="340120489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7186</TotalTime>
  <Words>33</Words>
  <Application>Microsoft Office PowerPoint</Application>
  <PresentationFormat>Широкоэкранный</PresentationFormat>
  <Paragraphs>4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Georgia</vt:lpstr>
      <vt:lpstr>Тема Office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Дарина</dc:creator>
  <cp:lastModifiedBy>GN MG</cp:lastModifiedBy>
  <cp:revision>4</cp:revision>
  <dcterms:created xsi:type="dcterms:W3CDTF">2026-05-13T12:49:33Z</dcterms:created>
  <dcterms:modified xsi:type="dcterms:W3CDTF">2026-05-19T12:42:28Z</dcterms:modified>
</cp:coreProperties>
</file>